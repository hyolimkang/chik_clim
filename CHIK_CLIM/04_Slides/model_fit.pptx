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G　HYO　LIM" userId="803037b5-35c6-4444-899a-9efafa1e9058" providerId="ADAL" clId="{C74645B2-B756-4BD0-8063-B3421C222799}"/>
    <pc:docChg chg="custSel modSld">
      <pc:chgData name="KANG　HYO　LIM" userId="803037b5-35c6-4444-899a-9efafa1e9058" providerId="ADAL" clId="{C74645B2-B756-4BD0-8063-B3421C222799}" dt="2026-09-16T04:52:54.604" v="210" actId="20577"/>
      <pc:docMkLst>
        <pc:docMk/>
      </pc:docMkLst>
      <pc:sldChg chg="modSp mod">
        <pc:chgData name="KANG　HYO　LIM" userId="803037b5-35c6-4444-899a-9efafa1e9058" providerId="ADAL" clId="{C74645B2-B756-4BD0-8063-B3421C222799}" dt="2026-09-16T04:52:54.604" v="210" actId="20577"/>
        <pc:sldMkLst>
          <pc:docMk/>
          <pc:sldMk cId="2817947225" sldId="256"/>
        </pc:sldMkLst>
        <pc:spChg chg="mod">
          <ac:chgData name="KANG　HYO　LIM" userId="803037b5-35c6-4444-899a-9efafa1e9058" providerId="ADAL" clId="{C74645B2-B756-4BD0-8063-B3421C222799}" dt="2026-09-16T04:52:22.215" v="30" actId="20577"/>
          <ac:spMkLst>
            <pc:docMk/>
            <pc:sldMk cId="2817947225" sldId="256"/>
            <ac:spMk id="2" creationId="{AA1738DB-0CC8-EFAC-C0CB-688FB8056272}"/>
          </ac:spMkLst>
        </pc:spChg>
        <pc:spChg chg="mod">
          <ac:chgData name="KANG　HYO　LIM" userId="803037b5-35c6-4444-899a-9efafa1e9058" providerId="ADAL" clId="{C74645B2-B756-4BD0-8063-B3421C222799}" dt="2026-09-16T04:52:54.604" v="210" actId="20577"/>
          <ac:spMkLst>
            <pc:docMk/>
            <pc:sldMk cId="2817947225" sldId="256"/>
            <ac:spMk id="3" creationId="{F31FC7AD-A6A8-6C90-0358-0021CD1A38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7BF93-D479-987B-6125-0F85CC423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63E731-1C67-EEC2-A445-478D2DE9E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0B8BD-7BB1-3EF5-C1A7-E7724406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62DDCF-FB0F-26C4-B430-18C96D9D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9854EB-9518-5CBE-B49C-2DFE847C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47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BCC3F-6941-7502-161B-1F150B26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E3483-4FB4-7CDA-D436-1B2C781FD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7162F7-C5EB-E2D0-849C-0381801E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E6358-2459-FD0C-F96C-0AD397F3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34B87-976B-190F-E9BD-88AD871D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43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B630A-72A4-9DA9-9423-B4F84402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2BDE2F-0661-1FD2-2516-A00941D8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C2586-2EAF-32B4-7CD5-50446F2A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BC5E4-5DBE-CEC8-C5C1-198D103A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DFDB7B-950D-6AF7-37E6-500FC50E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62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D7816-3780-BA60-E24B-CD9C62ABD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DF1DE-8918-3807-15D3-CCE1603FB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3A8AC5-B3BC-B6E7-C14A-DD3197353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D63F65-DF3F-2361-FE97-B98E85E5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E6C6E6-5A05-3904-68E5-FD373E37F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5700C6-2B4D-5AC1-C6BA-52B863C0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85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66FCC0-D759-6D08-F2F4-0EF8FE4A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9012C5-B8F1-4411-7C09-A930796CC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4E05ED-D64A-9363-248E-99D8C630E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04F77C-FFC6-71EC-B170-CD433DE3B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05241D-19AB-FB18-64FF-98A3CD78C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78DCA7-5933-EA84-7282-394B8ED2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095339-B00E-472B-3CA3-30266F07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38A7D7-CD1B-EF93-C261-587F6549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38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E7295-A7F5-951D-B417-5282F073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09585F-EBA8-7872-A298-1E30FE49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233146-A1FB-196F-0A9C-5E9A93FA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7A7AA-7860-0279-A704-C7E6C242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29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4186BB-4D96-67DD-CDE0-84FC076D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ACAEF0-1447-5981-0D0D-F68731F3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AE301-63B8-01FF-2DAF-BC13AFE5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40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33910-5562-C96F-4F17-21D5502D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0F9C52-C552-EA94-E916-767663A13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B31653-A538-BD98-AE9D-0C4F9547D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05EB5A-0ED4-383A-1E34-374725A4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8D3B7C-4C66-3AB0-900F-72AA44FD3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EAAECA-0DF9-3555-DB3C-62EB23DB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43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E555B-6C18-1E2E-68A3-21BDFC6B2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19CDE4-8F09-A60A-45C6-F35DC009A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675F33-2D2C-8DE5-121C-A62C57602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471354-88F7-73BA-F301-C56FAE970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C7540B-A014-B75E-25FA-FFF3E0F0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D6F248-0FC8-FBAB-09F2-531FCE20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94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9E177-2780-8128-92D9-5172A7D3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C3FF01-4388-C037-8C2A-3A1D9D883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D7A48-940B-9F29-0259-1738CC4C4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839973-1182-40F7-48C8-1E15C918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7F2D86-CEFC-48DA-39F7-C4B57726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3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3AAF10-AD80-A6AE-1663-0FAB62D7FC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84C054-4BC6-AA73-2619-43BD7D446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5C34C4-2A28-4C7A-4889-62941B45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9C041C-7C00-F739-E38A-CC9C740E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5516CA-4900-869E-1678-C5078049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071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6C79B4-E652-8D73-5B1F-C249E13C0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2C99FC-1577-2D8D-2DBA-CC1C89E3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D5160-1F0A-4C5E-C510-6F27768BA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1DDFA-59BD-44DC-9C13-0A4F2D2CE3B8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93951-F4B3-A1AD-72D5-3696ACC12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0DDD36-B5A7-63BB-8965-0308919E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96F8F-CB86-44EB-993A-26CB4E8E62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10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738DB-0CC8-EFAC-C0CB-688FB80562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Chik climate-immunity analysis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1FC7AD-A6A8-6C90-0358-0021CD1A3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Impact of routine immunisation across different climate-transmission setting</a:t>
            </a:r>
          </a:p>
        </p:txBody>
      </p:sp>
    </p:spTree>
    <p:extLst>
      <p:ext uri="{BB962C8B-B14F-4D97-AF65-F5344CB8AC3E}">
        <p14:creationId xmlns:p14="http://schemas.microsoft.com/office/powerpoint/2010/main" val="2817947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4033C17-2655-ACEE-C68E-1C2299055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044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3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B9E2B39-EB19-8505-35AB-93973C625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044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33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B4BCC1A-75EE-0ED6-85D3-2E23108EE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50" y="0"/>
            <a:ext cx="4327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6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3DC42A6-B50C-2CB9-AF95-D3FF383FD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777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82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CB537-A602-5A21-61D5-020FA0386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45DDB-6377-6B83-54AF-5A7A4A2D1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840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Office PowerPoint</Application>
  <PresentationFormat>와이드스크린</PresentationFormat>
  <Paragraphs>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테마</vt:lpstr>
      <vt:lpstr>Chik climate-immunity analysis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효림 강</dc:creator>
  <cp:lastModifiedBy>효림 강</cp:lastModifiedBy>
  <cp:revision>1</cp:revision>
  <dcterms:created xsi:type="dcterms:W3CDTF">2026-09-16T04:50:23Z</dcterms:created>
  <dcterms:modified xsi:type="dcterms:W3CDTF">2026-09-16T04:53:04Z</dcterms:modified>
</cp:coreProperties>
</file>